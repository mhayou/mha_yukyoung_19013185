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A2F2D-31A9-6DEE-4BB9-D426EF641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689998-695B-070B-B8B5-002DB9EEE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69BB3-B4D3-862F-1B28-DEB1B8F1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1A9B20-1161-A863-76DD-32211EB61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06F652-EF42-4615-C104-36B838BA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954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1933E-6ED9-0771-F3B2-678D5C7E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4242D1-52BC-488E-DE14-AE17C4A2F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65BEBE-D564-E30E-174C-BC08EB9D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08D3D-D193-7A1C-97ED-CAAC924E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867E53-3D21-2F69-430C-447298B9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184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EA3DF-B525-BC7B-A43A-F87A84820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54AE93-856F-A133-F261-78252C34B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ABBBFA-D815-BA94-2619-C48535C6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704BD9-662D-5920-B616-4FCFB1E4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219067-8F0D-ED60-3E45-84FB682F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526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535AF-EC80-3E7E-39B6-98495555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B0242A-19AC-130A-EE2D-056E710A7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B48100-A6EC-14EF-06A6-8D9056DFD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257BD1-17D5-3F8D-A9FC-15AA30111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4D222F-1BB3-8957-BF23-33A9597DE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DF5AEE-B130-6FF1-35D8-12722D4A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16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08E49-80C8-BAB4-5D6A-540F6981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3F528B-9CEF-34D3-1758-68CE897FA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13BB6D-8AE6-2BF9-7CCA-12CE22F58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352E2B-8947-0B5E-2DCF-190D8D3B1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55F9FD-8986-65D7-614D-1FC8CA449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679D2D-38A6-ED5C-A1A8-7804078E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AFF218-CEF8-13ED-4116-84B8F3C9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7C06DF-B2BD-3603-B4D0-1EA63E21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0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215F4-1DBC-3473-F468-F7686872E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F86612-69EF-3DD3-66E5-C8107C20D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134E0C-E4EC-CF07-AEA7-4B535BAE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3306FE-77C7-60C9-5F30-8AA843DD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880C32-6955-43A1-EB2F-7E3276FE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4C0554-1AE2-8112-9D81-0A81BC477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9B9D93-C848-3E29-23DD-5FBCF7C5E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05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81DEA-A0C9-5F75-6CD6-B5F24A45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10BCED-2EAC-9B14-EC5C-F785FBBE7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36D903-03AB-DE76-5430-79B653C9C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269607-B93F-AB7E-C791-1609717C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155AC3-96EE-3F93-94CA-8FDE413A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AA031F-4CCA-1644-8ED2-613612BDB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05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49BEE-E5D0-5789-5E43-AF47BB1B3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D10C6F-BB1E-E8E2-BF21-61D70BB4A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49C88E-4325-80F8-0AE5-BC0D93E94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A7FD9B-1992-7AC0-8AAF-6364FCC84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8E0B93-F634-8E3C-27C1-1FEA58AF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15AFB4-7936-A02D-BAA8-6ACD983A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940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C8715-B129-A6C1-9806-6B02861A4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1172C3-5DF7-CBD0-54D2-58E4BC6C5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58FC4D-F7F9-4D5A-2059-F95A3D3D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286B1-F8D5-A71F-81B2-2EAA6EDD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B5CF3-FF5A-0544-8867-3A3F7DD2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80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1D96CBE-8E46-2FFF-51F5-26FF6412B9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BFA6CA-9C6C-9878-9778-314DEFB62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9F8E3-2002-B90D-E980-388C900F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32CFF0-B3DB-5346-86B4-7CB9A0790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4A46F5-C891-05F5-1217-298A631E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3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9DCC3C-1963-4734-BC35-23B60B60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D2CA6D-8683-723F-738F-83ABCFC95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D46E5B-2A82-62CE-BAAD-BDD5161AB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56814-C220-4D06-8936-A631C362C8A0}" type="datetimeFigureOut">
              <a:rPr lang="ko-KR" altLang="en-US" smtClean="0"/>
              <a:t>2023-06-22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9171E0-4548-0EFF-D651-8D23F8704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DEBCCF-3EEA-19E9-94AF-F09601F71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8B105-A5E1-48ED-B723-8FFD219248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85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F5484C-661F-72FD-B737-0A4710242FBC}"/>
              </a:ext>
            </a:extLst>
          </p:cNvPr>
          <p:cNvSpPr txBox="1"/>
          <p:nvPr/>
        </p:nvSpPr>
        <p:spPr>
          <a:xfrm>
            <a:off x="2339163" y="2402958"/>
            <a:ext cx="91652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>
                <a:solidFill>
                  <a:srgbClr val="00B0F0"/>
                </a:solidFill>
              </a:rPr>
              <a:t>우주궤도역학 </a:t>
            </a:r>
            <a:r>
              <a:rPr lang="en-US" altLang="ko-KR" sz="4400">
                <a:solidFill>
                  <a:srgbClr val="00B0F0"/>
                </a:solidFill>
              </a:rPr>
              <a:t>Term project #2</a:t>
            </a:r>
            <a:endParaRPr lang="ko-KR" altLang="en-US" sz="440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C7E51-0AC6-EAF2-2214-4824E79168EB}"/>
              </a:ext>
            </a:extLst>
          </p:cNvPr>
          <p:cNvSpPr txBox="1"/>
          <p:nvPr/>
        </p:nvSpPr>
        <p:spPr>
          <a:xfrm>
            <a:off x="9462977" y="5858540"/>
            <a:ext cx="3125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19013185 </a:t>
            </a:r>
            <a:r>
              <a:rPr lang="ko-KR" altLang="en-US" sz="2400"/>
              <a:t>마유경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604BB-D97F-61C0-E727-1BE51A0C478D}"/>
              </a:ext>
            </a:extLst>
          </p:cNvPr>
          <p:cNvSpPr txBox="1"/>
          <p:nvPr/>
        </p:nvSpPr>
        <p:spPr>
          <a:xfrm>
            <a:off x="287079" y="5766206"/>
            <a:ext cx="4401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제출일자</a:t>
            </a:r>
            <a:r>
              <a:rPr lang="en-US" altLang="ko-KR"/>
              <a:t>:</a:t>
            </a:r>
          </a:p>
          <a:p>
            <a:r>
              <a:rPr lang="en-US" altLang="ko-KR"/>
              <a:t>2023-06-22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18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52C817-6CF0-3077-9958-37F3FEC67232}"/>
              </a:ext>
            </a:extLst>
          </p:cNvPr>
          <p:cNvSpPr txBox="1"/>
          <p:nvPr/>
        </p:nvSpPr>
        <p:spPr>
          <a:xfrm>
            <a:off x="737186" y="2969445"/>
            <a:ext cx="2254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>
                <a:solidFill>
                  <a:srgbClr val="00B0F0"/>
                </a:solidFill>
              </a:rPr>
              <a:t>매커니즘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33E01-6E2D-448A-C219-B42BC6CA464A}"/>
              </a:ext>
            </a:extLst>
          </p:cNvPr>
          <p:cNvSpPr txBox="1"/>
          <p:nvPr/>
        </p:nvSpPr>
        <p:spPr>
          <a:xfrm>
            <a:off x="5443871" y="1544160"/>
            <a:ext cx="2009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nav.mat</a:t>
            </a:r>
            <a:endParaRPr lang="ko-KR" alt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1E029-E893-CFF1-A077-22714C078853}"/>
              </a:ext>
            </a:extLst>
          </p:cNvPr>
          <p:cNvSpPr txBox="1"/>
          <p:nvPr/>
        </p:nvSpPr>
        <p:spPr>
          <a:xfrm>
            <a:off x="5714111" y="3397321"/>
            <a:ext cx="2009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ECI</a:t>
            </a:r>
            <a:endParaRPr lang="ko-KR" alt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D50F7-71F4-B855-D706-54B913197634}"/>
              </a:ext>
            </a:extLst>
          </p:cNvPr>
          <p:cNvSpPr txBox="1"/>
          <p:nvPr/>
        </p:nvSpPr>
        <p:spPr>
          <a:xfrm>
            <a:off x="5599817" y="2613659"/>
            <a:ext cx="2009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PQW</a:t>
            </a:r>
            <a:endParaRPr lang="ko-KR" alt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D4C2D-E89B-DEBE-CAF0-AE2078678BB7}"/>
              </a:ext>
            </a:extLst>
          </p:cNvPr>
          <p:cNvSpPr txBox="1"/>
          <p:nvPr/>
        </p:nvSpPr>
        <p:spPr>
          <a:xfrm>
            <a:off x="5645889" y="4159105"/>
            <a:ext cx="2009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ECEF</a:t>
            </a:r>
            <a:endParaRPr lang="ko-KR" alt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3F09F6-11EC-486E-E791-E23F01531710}"/>
              </a:ext>
            </a:extLst>
          </p:cNvPr>
          <p:cNvSpPr txBox="1"/>
          <p:nvPr/>
        </p:nvSpPr>
        <p:spPr>
          <a:xfrm>
            <a:off x="5546650" y="5148265"/>
            <a:ext cx="2009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ENU</a:t>
            </a:r>
            <a:endParaRPr lang="ko-KR" altLang="en-US" sz="2400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1B5DB319-FA5E-F7CE-F039-8F8C6A2BE030}"/>
              </a:ext>
            </a:extLst>
          </p:cNvPr>
          <p:cNvSpPr/>
          <p:nvPr/>
        </p:nvSpPr>
        <p:spPr>
          <a:xfrm>
            <a:off x="5847906" y="2101771"/>
            <a:ext cx="276447" cy="3811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22CE447D-E835-8435-F58A-D4A8E9C84E3D}"/>
              </a:ext>
            </a:extLst>
          </p:cNvPr>
          <p:cNvSpPr/>
          <p:nvPr/>
        </p:nvSpPr>
        <p:spPr>
          <a:xfrm>
            <a:off x="5837273" y="3089770"/>
            <a:ext cx="276447" cy="3811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4E12589A-E44F-C191-ACC0-F7BAFFCBA20D}"/>
              </a:ext>
            </a:extLst>
          </p:cNvPr>
          <p:cNvSpPr/>
          <p:nvPr/>
        </p:nvSpPr>
        <p:spPr>
          <a:xfrm>
            <a:off x="5847906" y="3905047"/>
            <a:ext cx="276447" cy="3811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48FE21EF-609C-41A8-4AE9-B3D591330767}"/>
              </a:ext>
            </a:extLst>
          </p:cNvPr>
          <p:cNvSpPr/>
          <p:nvPr/>
        </p:nvSpPr>
        <p:spPr>
          <a:xfrm>
            <a:off x="5840818" y="4701438"/>
            <a:ext cx="276447" cy="3811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EE7F0A8-D0C1-654A-4A90-48631C2692D3}"/>
              </a:ext>
            </a:extLst>
          </p:cNvPr>
          <p:cNvCxnSpPr/>
          <p:nvPr/>
        </p:nvCxnSpPr>
        <p:spPr>
          <a:xfrm>
            <a:off x="6551429" y="3975264"/>
            <a:ext cx="2294859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643F355-5F2E-DC95-D9C8-CB76A8DED3DF}"/>
              </a:ext>
            </a:extLst>
          </p:cNvPr>
          <p:cNvSpPr txBox="1"/>
          <p:nvPr/>
        </p:nvSpPr>
        <p:spPr>
          <a:xfrm>
            <a:off x="9083750" y="3765444"/>
            <a:ext cx="2009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Ground track</a:t>
            </a:r>
            <a:endParaRPr lang="ko-KR" altLang="en-US" sz="240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BEAF899-4A15-D5C0-1C9B-794E5D5121E0}"/>
              </a:ext>
            </a:extLst>
          </p:cNvPr>
          <p:cNvCxnSpPr/>
          <p:nvPr/>
        </p:nvCxnSpPr>
        <p:spPr>
          <a:xfrm>
            <a:off x="6551428" y="3132415"/>
            <a:ext cx="2294859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7897811-4F95-C359-33C5-C1623779071B}"/>
              </a:ext>
            </a:extLst>
          </p:cNvPr>
          <p:cNvSpPr txBox="1"/>
          <p:nvPr/>
        </p:nvSpPr>
        <p:spPr>
          <a:xfrm>
            <a:off x="8959704" y="2861723"/>
            <a:ext cx="2009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Orbit</a:t>
            </a:r>
            <a:endParaRPr lang="ko-KR" altLang="en-US" sz="240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A669106-731C-75E5-88E0-CA6F4AEECEA6}"/>
              </a:ext>
            </a:extLst>
          </p:cNvPr>
          <p:cNvCxnSpPr/>
          <p:nvPr/>
        </p:nvCxnSpPr>
        <p:spPr>
          <a:xfrm>
            <a:off x="6551427" y="4907383"/>
            <a:ext cx="2294859" cy="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747587B-325A-5EA5-A46D-08B6F09DE629}"/>
              </a:ext>
            </a:extLst>
          </p:cNvPr>
          <p:cNvSpPr txBox="1"/>
          <p:nvPr/>
        </p:nvSpPr>
        <p:spPr>
          <a:xfrm>
            <a:off x="9058943" y="4582886"/>
            <a:ext cx="2009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/>
              <a:t>Sky plot</a:t>
            </a:r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20391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9A393D-FA4B-1631-0FE9-D463C9E6403D}"/>
              </a:ext>
            </a:extLst>
          </p:cNvPr>
          <p:cNvSpPr txBox="1"/>
          <p:nvPr/>
        </p:nvSpPr>
        <p:spPr>
          <a:xfrm>
            <a:off x="350874" y="138223"/>
            <a:ext cx="4369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00B0F0"/>
                </a:solidFill>
              </a:rPr>
              <a:t>가장 고민한 함수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9B0437-0866-8BED-6642-444644C3E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4" y="732893"/>
            <a:ext cx="3905250" cy="5686425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A6897362-546C-DDCD-765D-023EA166598E}"/>
              </a:ext>
            </a:extLst>
          </p:cNvPr>
          <p:cNvSpPr/>
          <p:nvPr/>
        </p:nvSpPr>
        <p:spPr>
          <a:xfrm>
            <a:off x="5146158" y="2573079"/>
            <a:ext cx="1743740" cy="98882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FAD47-0432-0C97-933A-8F2BC2B17B3B}"/>
              </a:ext>
            </a:extLst>
          </p:cNvPr>
          <p:cNvSpPr txBox="1"/>
          <p:nvPr/>
        </p:nvSpPr>
        <p:spPr>
          <a:xfrm>
            <a:off x="7899991" y="2744327"/>
            <a:ext cx="2551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/>
              <a:t>수업시간에 배운 </a:t>
            </a:r>
            <a:r>
              <a:rPr lang="en-US" altLang="ko-KR" sz="2400"/>
              <a:t>iteration </a:t>
            </a:r>
            <a:r>
              <a:rPr lang="ko-KR" altLang="en-US" sz="2400"/>
              <a:t>사용</a:t>
            </a:r>
          </a:p>
        </p:txBody>
      </p:sp>
    </p:spTree>
    <p:extLst>
      <p:ext uri="{BB962C8B-B14F-4D97-AF65-F5344CB8AC3E}">
        <p14:creationId xmlns:p14="http://schemas.microsoft.com/office/powerpoint/2010/main" val="196667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D742FB-F166-3F92-EE88-BABE3D428F4C}"/>
              </a:ext>
            </a:extLst>
          </p:cNvPr>
          <p:cNvSpPr txBox="1"/>
          <p:nvPr/>
        </p:nvSpPr>
        <p:spPr>
          <a:xfrm>
            <a:off x="180753" y="202019"/>
            <a:ext cx="3253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>
                <a:solidFill>
                  <a:srgbClr val="00B0F0"/>
                </a:solidFill>
              </a:rPr>
              <a:t>검증과</a:t>
            </a:r>
            <a:r>
              <a:rPr lang="en-US" altLang="ko-KR" sz="4000">
                <a:solidFill>
                  <a:srgbClr val="00B0F0"/>
                </a:solidFill>
              </a:rPr>
              <a:t> </a:t>
            </a:r>
            <a:r>
              <a:rPr lang="ko-KR" altLang="en-US" sz="4000">
                <a:solidFill>
                  <a:srgbClr val="00B0F0"/>
                </a:solidFill>
              </a:rPr>
              <a:t>결과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7DF3FF-A70E-D922-AF05-FB8ABDD0A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946" y="909904"/>
            <a:ext cx="4819510" cy="45434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66712C6-5FC9-6DBD-E987-EBCF19C31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89" y="909903"/>
            <a:ext cx="5105400" cy="4543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66C2A4-8679-D783-5701-3685B28B91B2}"/>
              </a:ext>
            </a:extLst>
          </p:cNvPr>
          <p:cNvSpPr txBox="1"/>
          <p:nvPr/>
        </p:nvSpPr>
        <p:spPr>
          <a:xfrm>
            <a:off x="361507" y="5613991"/>
            <a:ext cx="591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GPS ground track =&gt; </a:t>
            </a:r>
            <a:r>
              <a:rPr lang="ko-KR" altLang="en-US"/>
              <a:t>대체로</a:t>
            </a:r>
            <a:r>
              <a:rPr lang="en-US" altLang="ko-KR"/>
              <a:t> </a:t>
            </a:r>
            <a:r>
              <a:rPr lang="ko-KR" altLang="en-US"/>
              <a:t>비슷하게 나옴</a:t>
            </a:r>
          </a:p>
        </p:txBody>
      </p:sp>
    </p:spTree>
    <p:extLst>
      <p:ext uri="{BB962C8B-B14F-4D97-AF65-F5344CB8AC3E}">
        <p14:creationId xmlns:p14="http://schemas.microsoft.com/office/powerpoint/2010/main" val="3092093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D742FB-F166-3F92-EE88-BABE3D428F4C}"/>
              </a:ext>
            </a:extLst>
          </p:cNvPr>
          <p:cNvSpPr txBox="1"/>
          <p:nvPr/>
        </p:nvSpPr>
        <p:spPr>
          <a:xfrm>
            <a:off x="191386" y="202019"/>
            <a:ext cx="3253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>
                <a:solidFill>
                  <a:srgbClr val="00B0F0"/>
                </a:solidFill>
              </a:rPr>
              <a:t>검증과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28BF86-D4D2-1307-C4CD-23608D498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749" y="1005551"/>
            <a:ext cx="4834580" cy="46577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4395919-14DF-564E-FE12-A9F586226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878" y="1005551"/>
            <a:ext cx="5010150" cy="4657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072BDA-7487-7808-45EE-0006E2EB8F8E}"/>
              </a:ext>
            </a:extLst>
          </p:cNvPr>
          <p:cNvSpPr txBox="1"/>
          <p:nvPr/>
        </p:nvSpPr>
        <p:spPr>
          <a:xfrm>
            <a:off x="759176" y="5986130"/>
            <a:ext cx="591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QZSS ground track =&gt; </a:t>
            </a:r>
            <a:r>
              <a:rPr lang="ko-KR" altLang="en-US"/>
              <a:t>대체로</a:t>
            </a:r>
            <a:r>
              <a:rPr lang="en-US" altLang="ko-KR"/>
              <a:t> </a:t>
            </a:r>
            <a:r>
              <a:rPr lang="ko-KR" altLang="en-US"/>
              <a:t>비슷하게 나옴</a:t>
            </a:r>
          </a:p>
        </p:txBody>
      </p:sp>
    </p:spTree>
    <p:extLst>
      <p:ext uri="{BB962C8B-B14F-4D97-AF65-F5344CB8AC3E}">
        <p14:creationId xmlns:p14="http://schemas.microsoft.com/office/powerpoint/2010/main" val="1542987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D742FB-F166-3F92-EE88-BABE3D428F4C}"/>
              </a:ext>
            </a:extLst>
          </p:cNvPr>
          <p:cNvSpPr txBox="1"/>
          <p:nvPr/>
        </p:nvSpPr>
        <p:spPr>
          <a:xfrm>
            <a:off x="180753" y="202019"/>
            <a:ext cx="3253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>
                <a:solidFill>
                  <a:srgbClr val="00B0F0"/>
                </a:solidFill>
              </a:rPr>
              <a:t>검증과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DECD46-AE0A-81A5-1AAB-739A3B011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21" y="909905"/>
            <a:ext cx="5130889" cy="46575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C452A7-7D02-6035-FB5E-961A5E34D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604" y="909905"/>
            <a:ext cx="5210175" cy="4762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E40D13-58BF-4A6B-E9C7-C784FCCDA197}"/>
              </a:ext>
            </a:extLst>
          </p:cNvPr>
          <p:cNvSpPr txBox="1"/>
          <p:nvPr/>
        </p:nvSpPr>
        <p:spPr>
          <a:xfrm>
            <a:off x="759176" y="5986130"/>
            <a:ext cx="591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BDS ground track =&gt; </a:t>
            </a:r>
            <a:r>
              <a:rPr lang="ko-KR" altLang="en-US"/>
              <a:t>대체로</a:t>
            </a:r>
            <a:r>
              <a:rPr lang="en-US" altLang="ko-KR"/>
              <a:t> </a:t>
            </a:r>
            <a:r>
              <a:rPr lang="ko-KR" altLang="en-US"/>
              <a:t>비슷하게 나옴</a:t>
            </a:r>
          </a:p>
        </p:txBody>
      </p:sp>
    </p:spTree>
    <p:extLst>
      <p:ext uri="{BB962C8B-B14F-4D97-AF65-F5344CB8AC3E}">
        <p14:creationId xmlns:p14="http://schemas.microsoft.com/office/powerpoint/2010/main" val="1542372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57</Words>
  <Application>Microsoft Office PowerPoint</Application>
  <PresentationFormat>와이드스크린</PresentationFormat>
  <Paragraphs>21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rina0725@naver.com</dc:creator>
  <cp:lastModifiedBy>rina0725@naver.com</cp:lastModifiedBy>
  <cp:revision>1</cp:revision>
  <dcterms:created xsi:type="dcterms:W3CDTF">2023-06-22T14:44:48Z</dcterms:created>
  <dcterms:modified xsi:type="dcterms:W3CDTF">2023-06-22T15:06:40Z</dcterms:modified>
</cp:coreProperties>
</file>